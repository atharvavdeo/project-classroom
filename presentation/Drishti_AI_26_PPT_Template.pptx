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414D1-CEB6-449F-8D93-00B05460B407}" v="1" dt="2026-07-13T06:56:46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chi Tawde" userId="487ef202-bef8-4aee-8c0d-5937fe4ca6b3" providerId="ADAL" clId="{5527CFB7-0F24-460F-8A2C-DA6DA9C2E310}"/>
    <pc:docChg chg="modSld">
      <pc:chgData name="Prachi Tawde" userId="487ef202-bef8-4aee-8c0d-5937fe4ca6b3" providerId="ADAL" clId="{5527CFB7-0F24-460F-8A2C-DA6DA9C2E310}" dt="2026-07-13T06:56:48.961" v="68" actId="6549"/>
      <pc:docMkLst>
        <pc:docMk/>
      </pc:docMkLst>
      <pc:sldChg chg="modSp">
        <pc:chgData name="Prachi Tawde" userId="487ef202-bef8-4aee-8c0d-5937fe4ca6b3" providerId="ADAL" clId="{5527CFB7-0F24-460F-8A2C-DA6DA9C2E310}" dt="2026-07-08T05:51:00.966" v="3"/>
        <pc:sldMkLst>
          <pc:docMk/>
          <pc:sldMk cId="2997144140" sldId="294"/>
        </pc:sldMkLst>
        <pc:spChg chg="mod">
          <ac:chgData name="Prachi Tawde" userId="487ef202-bef8-4aee-8c0d-5937fe4ca6b3" providerId="ADAL" clId="{5527CFB7-0F24-460F-8A2C-DA6DA9C2E310}" dt="2026-07-08T05:51:00.966" v="3"/>
          <ac:spMkLst>
            <pc:docMk/>
            <pc:sldMk cId="2997144140" sldId="294"/>
            <ac:spMk id="17409" creationId="{00000000-0000-0000-0000-000000000000}"/>
          </ac:spMkLst>
        </pc:spChg>
        <pc:spChg chg="mod">
          <ac:chgData name="Prachi Tawde" userId="487ef202-bef8-4aee-8c0d-5937fe4ca6b3" providerId="ADAL" clId="{5527CFB7-0F24-460F-8A2C-DA6DA9C2E310}" dt="2026-07-08T05:50:37.182" v="2"/>
          <ac:spMkLst>
            <pc:docMk/>
            <pc:sldMk cId="2997144140" sldId="294"/>
            <ac:spMk id="17410" creationId="{00000000-0000-0000-0000-000000000000}"/>
          </ac:spMkLst>
        </pc:spChg>
      </pc:sldChg>
      <pc:sldChg chg="modSp mod">
        <pc:chgData name="Prachi Tawde" userId="487ef202-bef8-4aee-8c0d-5937fe4ca6b3" providerId="ADAL" clId="{5527CFB7-0F24-460F-8A2C-DA6DA9C2E310}" dt="2026-07-13T06:56:48.961" v="68" actId="6549"/>
        <pc:sldMkLst>
          <pc:docMk/>
          <pc:sldMk cId="1588084416" sldId="297"/>
        </pc:sldMkLst>
        <pc:spChg chg="mod">
          <ac:chgData name="Prachi Tawde" userId="487ef202-bef8-4aee-8c0d-5937fe4ca6b3" providerId="ADAL" clId="{5527CFB7-0F24-460F-8A2C-DA6DA9C2E310}" dt="2026-07-13T06:56:48.961" v="68" actId="6549"/>
          <ac:spMkLst>
            <pc:docMk/>
            <pc:sldMk cId="1588084416" sldId="297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FB5E2C-1854-40B2-8AF7-F4C8DB5B0796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@DJSCE-DEXIT: DRISHTI AI 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3FBE5D-6C7A-469F-A618-7F64C50D22DD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@DJSCE-DEXIT: DRISHTI AI 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CE1A55-312E-4E34-B9D1-AA605DD63B5B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@DJSCE-DEXIT: DRISHTI AI 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C3F2FA-8276-4BD6-A124-3E4123236BAC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@DJSCE-DEXIT: DRISHTI AI 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AC44E2-D7D9-4C7A-A60A-41B6CA3A9A37}" type="datetime1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@DJSCE-DEXIT: DRISHTI AI 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253D47-FA16-4C2B-8EC1-E71F487A8988}" type="datetime1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@DJSCE-DEXIT: DRISHTI AI 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2AB121-827F-49A3-817F-D0BDCB85B4CC}" type="datetime1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@DJSCE-DEXIT: DRISHTI AI 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903FB1-493A-43AC-9FF7-117D02504B50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@DJSCE-DEXIT: DRISHTI AI 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01A79A-AB12-444F-9BC0-F2A93367ADA8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@DJSCE-DEXIT: DRISHTI AI 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C7DA47-14E1-4DE8-A991-04367E5700D8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@DJSCE-DEXIT: DRISHTI AI 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79B468-6AA5-47F4-A43C-9884A8A794C1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@DJSCE-DEXIT: DRISHTI AI 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55F53B1B-F45E-4BF7-857F-FB8BC2870C90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it-IT"/>
              <a:t>@DJSCE-DEXIT: DRISHTI AI 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995082"/>
            <a:ext cx="10972800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DRISHTI AI HACKATHON 2026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idx="1"/>
          </p:nvPr>
        </p:nvSpPr>
        <p:spPr>
          <a:xfrm>
            <a:off x="4735285" y="1708219"/>
            <a:ext cx="2721429" cy="76367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–1/2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(As Registered)-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F8CDFB-165E-8A46-801E-059DA03F6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928" y="96076"/>
            <a:ext cx="6209524" cy="724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B88550-633C-C4B2-DBF9-D314D604A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196" y="78541"/>
            <a:ext cx="2028701" cy="6718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36BFFF-6D27-E067-173E-8A26A25F5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57" y="56346"/>
            <a:ext cx="1601467" cy="786349"/>
          </a:xfrm>
          <a:prstGeom prst="rect">
            <a:avLst/>
          </a:prstGeom>
        </p:spPr>
      </p:pic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BE7521A-615C-9517-864B-BBE816782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@DJSCE-DEXIT: DRISHTI AI  Idea submission- Template</a:t>
            </a:r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CB7E1D6-424D-4D40-AC2A-65ACF2C4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491" y="242535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8"/>
            <a:ext cx="40894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@DJSCE-DEXIT: DRISHTI AI  Idea submission- Template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8C374C-FD48-D55D-F726-2AA4AC63A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798" y="84519"/>
            <a:ext cx="6209524" cy="6543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0F6F1B-F1D5-ECB4-F937-3702BDE7B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196" y="78541"/>
            <a:ext cx="2028701" cy="6072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E9608C-E983-A330-438D-D7D81B021F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57" y="56346"/>
            <a:ext cx="1601467" cy="7106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CEEDDB-B244-6FEF-DEB6-E1F1A08CA98F}"/>
              </a:ext>
            </a:extLst>
          </p:cNvPr>
          <p:cNvSpPr txBox="1"/>
          <p:nvPr/>
        </p:nvSpPr>
        <p:spPr>
          <a:xfrm>
            <a:off x="609600" y="6461576"/>
            <a:ext cx="1681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TradeGothic"/>
                <a:ea typeface="+mn-ea"/>
              </a:rPr>
              <a:t>Team</a:t>
            </a:r>
            <a:r>
              <a:rPr lang="en-US" sz="1400" dirty="0">
                <a:solidFill>
                  <a:schemeClr val="bg1"/>
                </a:solidFill>
                <a:latin typeface="TradeGothic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TradeGothic"/>
                <a:ea typeface="+mn-ea"/>
              </a:rPr>
              <a:t>Name</a:t>
            </a:r>
            <a:endParaRPr lang="en-IN" sz="1200" dirty="0">
              <a:solidFill>
                <a:schemeClr val="bg1"/>
              </a:solidFill>
              <a:latin typeface="TradeGothic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49325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2533653"/>
            <a:ext cx="10411327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199" y="6408964"/>
            <a:ext cx="3648777" cy="413000"/>
          </a:xfrm>
        </p:spPr>
        <p:txBody>
          <a:bodyPr/>
          <a:lstStyle/>
          <a:p>
            <a:pPr>
              <a:defRPr/>
            </a:pPr>
            <a:r>
              <a:rPr lang="it-IT" dirty="0">
                <a:solidFill>
                  <a:schemeClr val="bg1"/>
                </a:solidFill>
              </a:rPr>
              <a:t>@DJSCE-DEXIT: DRISHTI AI 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D84010-8DD7-D722-A461-73B630A84968}"/>
              </a:ext>
            </a:extLst>
          </p:cNvPr>
          <p:cNvSpPr txBox="1"/>
          <p:nvPr/>
        </p:nvSpPr>
        <p:spPr>
          <a:xfrm>
            <a:off x="609600" y="6461576"/>
            <a:ext cx="1681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TradeGothic"/>
                <a:ea typeface="+mn-ea"/>
              </a:rPr>
              <a:t>Team</a:t>
            </a:r>
            <a:r>
              <a:rPr lang="en-US" sz="1400" dirty="0">
                <a:solidFill>
                  <a:schemeClr val="bg1"/>
                </a:solidFill>
                <a:latin typeface="TradeGothic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TradeGothic"/>
                <a:ea typeface="+mn-ea"/>
              </a:rPr>
              <a:t>Name</a:t>
            </a:r>
            <a:endParaRPr lang="en-IN" sz="1200" dirty="0">
              <a:solidFill>
                <a:schemeClr val="bg1"/>
              </a:solidFill>
              <a:latin typeface="TradeGothic"/>
              <a:ea typeface="+mn-e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43ABE9-1464-FD91-0FB6-3B58365CD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798" y="84519"/>
            <a:ext cx="6209524" cy="6543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BA42D23-9054-417C-56A2-4978DD3E6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196" y="78541"/>
            <a:ext cx="2028701" cy="60720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0FADDB4-59FC-34D2-BFA0-7587D63B8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57" y="56346"/>
            <a:ext cx="1601467" cy="7106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5214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08964"/>
            <a:ext cx="3581400" cy="41300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@DJSCE-DEXIT: DRISHTI AI 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A3542-4650-47F1-1FAA-B1C85A8C1E7D}"/>
              </a:ext>
            </a:extLst>
          </p:cNvPr>
          <p:cNvSpPr txBox="1"/>
          <p:nvPr/>
        </p:nvSpPr>
        <p:spPr>
          <a:xfrm>
            <a:off x="609600" y="6461576"/>
            <a:ext cx="1681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TradeGothic"/>
                <a:ea typeface="+mn-ea"/>
              </a:rPr>
              <a:t>Team</a:t>
            </a:r>
            <a:r>
              <a:rPr lang="en-US" sz="1400" dirty="0">
                <a:solidFill>
                  <a:schemeClr val="bg1"/>
                </a:solidFill>
                <a:latin typeface="TradeGothic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TradeGothic"/>
                <a:ea typeface="+mn-ea"/>
              </a:rPr>
              <a:t>Name</a:t>
            </a:r>
            <a:endParaRPr lang="en-IN" sz="1200" dirty="0">
              <a:solidFill>
                <a:schemeClr val="bg1"/>
              </a:solidFill>
              <a:latin typeface="TradeGothic"/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E0F6B-6E78-7688-C261-D10DA70EE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798" y="84519"/>
            <a:ext cx="6209524" cy="6543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AAA3A8-BCE5-1242-CC62-B43494526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196" y="78541"/>
            <a:ext cx="2028701" cy="6072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EC7003-1E9D-B1E1-29D0-E434CEB0C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57" y="56346"/>
            <a:ext cx="1601467" cy="71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493250"/>
            <a:ext cx="10972800" cy="1143000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ROBUSTNESS TESTING &amp; MODEL EVALUATION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98457" y="2172171"/>
            <a:ext cx="10644554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Computational Analysis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Model Evaluation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Edge Case Analysis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Model benchmarks</a:t>
            </a:r>
            <a:endParaRPr lang="en-IN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199" y="6426371"/>
            <a:ext cx="3668027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@DJSCE-DEXIT: DRISHTI AI 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BC0C45-7BF4-8D1E-16BC-5469270400B3}"/>
              </a:ext>
            </a:extLst>
          </p:cNvPr>
          <p:cNvSpPr txBox="1"/>
          <p:nvPr/>
        </p:nvSpPr>
        <p:spPr>
          <a:xfrm>
            <a:off x="609600" y="6461576"/>
            <a:ext cx="1681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TradeGothic"/>
                <a:ea typeface="+mn-ea"/>
              </a:rPr>
              <a:t>Team</a:t>
            </a:r>
            <a:r>
              <a:rPr lang="en-US" sz="1400" dirty="0">
                <a:solidFill>
                  <a:schemeClr val="bg1"/>
                </a:solidFill>
                <a:latin typeface="TradeGothic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TradeGothic"/>
                <a:ea typeface="+mn-ea"/>
              </a:rPr>
              <a:t>Name</a:t>
            </a:r>
            <a:endParaRPr lang="en-IN" sz="1200" dirty="0">
              <a:solidFill>
                <a:schemeClr val="bg1"/>
              </a:solidFill>
              <a:latin typeface="TradeGothic"/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3DEAB-38CB-3359-88C9-9E1E7FE86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798" y="84519"/>
            <a:ext cx="6209524" cy="6543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C1CA24-361C-5E45-35F9-975C8D8F3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196" y="78541"/>
            <a:ext cx="2028701" cy="6072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3C6D2E-C5FE-B017-2E65-255EDDB85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57" y="56346"/>
            <a:ext cx="1601467" cy="71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53420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199" y="6423818"/>
            <a:ext cx="3745029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@DJSCE-DEXIT: DRISHTI AI 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E7582-8587-2386-6473-51FFEB3AEB6F}"/>
              </a:ext>
            </a:extLst>
          </p:cNvPr>
          <p:cNvSpPr txBox="1"/>
          <p:nvPr/>
        </p:nvSpPr>
        <p:spPr>
          <a:xfrm>
            <a:off x="609600" y="6461576"/>
            <a:ext cx="1681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TradeGothic"/>
                <a:ea typeface="+mn-ea"/>
              </a:rPr>
              <a:t>Team</a:t>
            </a:r>
            <a:r>
              <a:rPr lang="en-US" sz="1400" dirty="0">
                <a:solidFill>
                  <a:schemeClr val="bg1"/>
                </a:solidFill>
                <a:latin typeface="TradeGothic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TradeGothic"/>
                <a:ea typeface="+mn-ea"/>
              </a:rPr>
              <a:t>Name</a:t>
            </a:r>
            <a:endParaRPr lang="en-IN" sz="1200" dirty="0">
              <a:solidFill>
                <a:schemeClr val="bg1"/>
              </a:solidFill>
              <a:latin typeface="TradeGothic"/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B89FA8-2246-7969-2389-2C24C01CE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798" y="84519"/>
            <a:ext cx="6209524" cy="6543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C51B52-41B6-1B7C-1939-25230DF8A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196" y="78541"/>
            <a:ext cx="2028701" cy="6072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E29C24-248E-4E19-6AC5-601620D80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57" y="56346"/>
            <a:ext cx="1601467" cy="71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32901"/>
            <a:ext cx="3706528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@DJSCE-DEXIT: DRISHTI AI 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</a:p>
          <a:p>
            <a:pPr marL="514350" lvl="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idea must be original.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Plagiarism or AI-generated content without proper attribution may lead to disqualification.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30826" y="820740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3019" y="1374394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18E2C-3C3F-B282-7254-89C0D84F0B8F}"/>
              </a:ext>
            </a:extLst>
          </p:cNvPr>
          <p:cNvSpPr txBox="1"/>
          <p:nvPr/>
        </p:nvSpPr>
        <p:spPr>
          <a:xfrm>
            <a:off x="609600" y="6461576"/>
            <a:ext cx="1681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TradeGothic"/>
                <a:ea typeface="+mn-ea"/>
              </a:rPr>
              <a:t>Team</a:t>
            </a:r>
            <a:r>
              <a:rPr lang="en-US" sz="1400" dirty="0">
                <a:solidFill>
                  <a:schemeClr val="bg1"/>
                </a:solidFill>
                <a:latin typeface="TradeGothic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TradeGothic"/>
                <a:ea typeface="+mn-ea"/>
              </a:rPr>
              <a:t>Name</a:t>
            </a:r>
            <a:endParaRPr lang="en-IN" sz="1200" dirty="0">
              <a:solidFill>
                <a:schemeClr val="bg1"/>
              </a:solidFill>
              <a:latin typeface="TradeGothic"/>
              <a:ea typeface="+mn-e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0FDD2E-83EB-461C-2606-48CCC8065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798" y="84519"/>
            <a:ext cx="6209524" cy="6543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A59D94-B111-034A-4A4A-70CDF9BE6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196" y="78541"/>
            <a:ext cx="2028701" cy="6072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B4AE71-7C6D-471B-2DC4-D535ABB93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57" y="56346"/>
            <a:ext cx="1601467" cy="71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7517</TotalTime>
  <Words>363</Words>
  <Application>Microsoft Office PowerPoint</Application>
  <PresentationFormat>Widescreen</PresentationFormat>
  <Paragraphs>64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DRISHTI AI HACKATHON 2026 </vt:lpstr>
      <vt:lpstr> IDEA TITLE</vt:lpstr>
      <vt:lpstr>TECHNICAL APPROACH</vt:lpstr>
      <vt:lpstr>FEASIBILITY AND VIABILITY</vt:lpstr>
      <vt:lpstr>ROBUSTNESS TESTING &amp; MODEL EVALUATION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Prachi Tawde</cp:lastModifiedBy>
  <cp:revision>156</cp:revision>
  <dcterms:created xsi:type="dcterms:W3CDTF">2013-12-12T18:46:50Z</dcterms:created>
  <dcterms:modified xsi:type="dcterms:W3CDTF">2026-07-13T06:56:50Z</dcterms:modified>
  <cp:category/>
</cp:coreProperties>
</file>